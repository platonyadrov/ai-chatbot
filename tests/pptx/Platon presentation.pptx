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84202-B2A4-05B2-0F38-D748CCB7B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D6C20E-D1C6-F349-8D01-114EAB4EB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1ACC5E-ED92-433B-8711-E17ECF6B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10FE43-6462-CA19-7288-7B0E4618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1FEE9A-A88A-78B2-2859-BCB0F65D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80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E3324-782D-AC19-ED4C-737BA7C2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7A713-58CD-776E-8031-7B1F00C86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57B656-E114-3BC8-C384-B096E229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485C8-637F-8714-1E34-5C870769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8BAD4-EF7F-9713-6B22-A75DE978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56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6EA20-E286-A004-AB3D-2D5469F06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4396D4-2448-CE49-CDDB-088F55A3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A0B67A-C63F-9C41-089F-658E6D12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4E124-6C9C-D9CE-1F46-CEA82A45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41F0D8-E465-3348-4A95-651F807F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29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45F9B-E053-3ED7-4C7B-2654FA07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FA568-B30B-D3E2-82CB-9CA7B85FA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6021D6-4FB3-08AF-3C62-39F6E8513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7474EF-086A-3768-5A47-25B6F17A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EE5A7F-CA85-D9F9-B050-63C46EFE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DBD923-9267-D036-6CE2-9F6AEF4D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260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D75D4-4B07-7738-A44F-A63B4999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CFE5CC-FAB0-6728-C609-C1DC4DC02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906477-B490-C5E5-2393-6DE4D6D38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D508C6-284D-3DEF-118D-1BFE20B74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B940CC-9288-7F9C-0542-2CD6CD622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89B12B-D7EC-0FF5-B7A6-0CD3CAA0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47FE2CB-0AA0-40BA-F654-58209AE2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737A32D-CC71-9988-A706-69E5D77E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878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1B987-B7DF-8435-DE64-58D9BE62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F38805-81F4-CC6A-2FDC-32181512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63C621-A371-3551-CCB7-A51D2BE0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1D7570-6F60-747A-129B-649F2A4D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32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41122E-4427-FB44-F879-84ABA113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7EAF33-FB7E-3DA1-527A-47067EA8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D308B0-A2F4-1750-8115-831ACCB0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744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7A773-B112-DC35-5874-5D88A9CB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076BEA-8491-EC89-85B9-8F3B25A8A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33EF96-F9B0-3546-7A17-3CFF119D4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027400-3DD6-80C7-7995-AF57EB66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90F47D-25DC-2687-F3EA-2ED0F796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4E38B9-324A-5909-233F-FC5267D5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210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3836D-7DE2-3631-E254-624DE394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605D0F-7D2B-B89A-1E1B-4012E2043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ABFE55-2B01-1650-D8B3-18A01650E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2ACE6D-4814-D05B-18FB-A4056176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D17BA5-87D2-0A08-3EA6-4DEDC36FE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D230F7-96F9-3CD6-DF50-7AD58581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31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C4E0A-1F87-0B4F-794B-AD6356E8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D685B8-8550-437E-EDC5-43370EB7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BE58D4-FB24-E816-5301-E01F8227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F091A-B0A7-D057-87C3-EE6DCE18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0D8E78-40CC-8B6D-820C-41F241F4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37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CE82D0-954B-515C-E2F6-8EF90E6BA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D6EAE7-E49A-3194-3000-7959E2AA7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5A9D4A-7233-F0F5-B6E5-B73AD789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E255E-C09D-5645-582F-A8F0D9D4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72719A-B747-59CD-A649-11FAEF4D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09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62150-4D72-5008-7B07-E1BCD128D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CDAC04-F55E-B37C-95E3-4AD77EA1E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A381D-FE7F-ACE9-BB1C-910CE7F54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91977-853B-4597-8C75-DE22A15CD90E}" type="datetimeFigureOut">
              <a:rPr lang="ru-RU" smtClean="0"/>
              <a:t>13.09.2024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A1BFBD-DC19-BB45-5C8D-6B5E8118D3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6793B0-92DC-E0F8-3F3E-1A65620D1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C830C-0527-4E3C-A9B7-EC8BB5CA37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565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F7E71-AB68-B0B3-671B-626FD5494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988"/>
            <a:ext cx="9144000" cy="939702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Elevator Pitch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91A2A7-7106-922F-5032-8B04E49F6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7510" y="6112180"/>
            <a:ext cx="3156857" cy="484770"/>
          </a:xfrm>
        </p:spPr>
        <p:txBody>
          <a:bodyPr/>
          <a:lstStyle/>
          <a:p>
            <a:r>
              <a:rPr lang="en-US" dirty="0"/>
              <a:t>Platon Yadrov, </a:t>
            </a:r>
            <a:r>
              <a:rPr lang="ru-RU" dirty="0"/>
              <a:t>Б</a:t>
            </a:r>
            <a:r>
              <a:rPr lang="en-US" dirty="0"/>
              <a:t>05-203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476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561A1-2759-8155-8134-01676215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581" y="66545"/>
            <a:ext cx="5512837" cy="1325563"/>
          </a:xfrm>
        </p:spPr>
        <p:txBody>
          <a:bodyPr/>
          <a:lstStyle/>
          <a:p>
            <a:r>
              <a:rPr lang="en-US" dirty="0"/>
              <a:t>My education and skills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CDF0A-7283-4410-C943-4BD452791A06}"/>
              </a:ext>
            </a:extLst>
          </p:cNvPr>
          <p:cNvSpPr txBox="1"/>
          <p:nvPr/>
        </p:nvSpPr>
        <p:spPr>
          <a:xfrm>
            <a:off x="576164" y="1863402"/>
            <a:ext cx="10508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</a:t>
            </a:r>
            <a:r>
              <a:rPr lang="ru-RU" sz="2400" dirty="0"/>
              <a:t>ducation</a:t>
            </a:r>
            <a:r>
              <a:rPr lang="en-US" sz="2400" dirty="0"/>
              <a:t>: third year student of the Moscow Institute of Physics and Technology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B57A6-E8A3-E90C-EBB8-658A1016A188}"/>
              </a:ext>
            </a:extLst>
          </p:cNvPr>
          <p:cNvSpPr txBox="1"/>
          <p:nvPr/>
        </p:nvSpPr>
        <p:spPr>
          <a:xfrm>
            <a:off x="576164" y="3003198"/>
            <a:ext cx="60975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Skills:</a:t>
            </a:r>
          </a:p>
          <a:p>
            <a:r>
              <a:rPr lang="en-US" sz="2400" dirty="0"/>
              <a:t>linear algebra</a:t>
            </a:r>
            <a:endParaRPr lang="ru-RU" sz="2400" dirty="0"/>
          </a:p>
          <a:p>
            <a:r>
              <a:rPr lang="en-US" sz="2400" dirty="0"/>
              <a:t>probability theory</a:t>
            </a:r>
            <a:endParaRPr lang="ru-RU" sz="2400" dirty="0"/>
          </a:p>
          <a:p>
            <a:r>
              <a:rPr lang="en-US" sz="2400" dirty="0"/>
              <a:t>optimization methods</a:t>
            </a:r>
            <a:endParaRPr lang="ru-RU" sz="2400" dirty="0"/>
          </a:p>
          <a:p>
            <a:r>
              <a:rPr lang="en-US" sz="2400" dirty="0"/>
              <a:t>Algorithms</a:t>
            </a:r>
            <a:endParaRPr lang="ru-RU" sz="2400" dirty="0"/>
          </a:p>
          <a:p>
            <a:r>
              <a:rPr lang="en-US" sz="2400" dirty="0"/>
              <a:t>Programming</a:t>
            </a:r>
            <a:endParaRPr lang="ru-RU" sz="2400" dirty="0"/>
          </a:p>
          <a:p>
            <a:r>
              <a:rPr lang="en-US" sz="2400" dirty="0"/>
              <a:t>teamwork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6027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CB1F8-6471-6011-A859-79978A4D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590" y="103867"/>
            <a:ext cx="4806820" cy="1325563"/>
          </a:xfrm>
        </p:spPr>
        <p:txBody>
          <a:bodyPr/>
          <a:lstStyle/>
          <a:p>
            <a:r>
              <a:rPr lang="en-US" dirty="0"/>
              <a:t>My work experience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DAB12-D714-35AA-E79F-4B707EAC36DE}"/>
              </a:ext>
            </a:extLst>
          </p:cNvPr>
          <p:cNvSpPr txBox="1"/>
          <p:nvPr/>
        </p:nvSpPr>
        <p:spPr>
          <a:xfrm>
            <a:off x="643813" y="1760767"/>
            <a:ext cx="609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University courses:</a:t>
            </a:r>
          </a:p>
          <a:p>
            <a:r>
              <a:rPr lang="en-US" sz="2400" dirty="0"/>
              <a:t>algorithms and data structures</a:t>
            </a:r>
            <a:endParaRPr lang="ru-RU" sz="2400" dirty="0"/>
          </a:p>
          <a:p>
            <a:r>
              <a:rPr lang="en-US" sz="2400" dirty="0"/>
              <a:t>Introduction to data analysis</a:t>
            </a:r>
            <a:endParaRPr lang="ru-RU" sz="2400" dirty="0"/>
          </a:p>
          <a:p>
            <a:r>
              <a:rPr lang="en-US" sz="2400" dirty="0"/>
              <a:t>databases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42353-92A4-173D-B4EB-8CA09C502ED8}"/>
              </a:ext>
            </a:extLst>
          </p:cNvPr>
          <p:cNvSpPr txBox="1"/>
          <p:nvPr/>
        </p:nvSpPr>
        <p:spPr>
          <a:xfrm>
            <a:off x="643813" y="393479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Projects:</a:t>
            </a:r>
            <a:r>
              <a:rPr lang="ru-RU" sz="2400" dirty="0"/>
              <a:t> </a:t>
            </a:r>
            <a:r>
              <a:rPr lang="en-US" sz="2400" dirty="0"/>
              <a:t>you can find all my projects in the CV</a:t>
            </a:r>
          </a:p>
        </p:txBody>
      </p:sp>
    </p:spTree>
    <p:extLst>
      <p:ext uri="{BB962C8B-B14F-4D97-AF65-F5344CB8AC3E}">
        <p14:creationId xmlns:p14="http://schemas.microsoft.com/office/powerpoint/2010/main" val="53288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5BF15-C165-D925-ADA0-3E5A2BFF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94" y="225166"/>
            <a:ext cx="3463212" cy="1325563"/>
          </a:xfrm>
        </p:spPr>
        <p:txBody>
          <a:bodyPr/>
          <a:lstStyle/>
          <a:p>
            <a:r>
              <a:rPr lang="en-US" dirty="0"/>
              <a:t>My job is now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B45FE-3132-3D13-0BFE-254E4BEBC921}"/>
              </a:ext>
            </a:extLst>
          </p:cNvPr>
          <p:cNvSpPr txBox="1"/>
          <p:nvPr/>
        </p:nvSpPr>
        <p:spPr>
          <a:xfrm>
            <a:off x="949391" y="217131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I work at Yandex in the ML department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C2646-4151-15FE-ADB2-F42BF7452DDF}"/>
              </a:ext>
            </a:extLst>
          </p:cNvPr>
          <p:cNvSpPr txBox="1"/>
          <p:nvPr/>
        </p:nvSpPr>
        <p:spPr>
          <a:xfrm>
            <a:off x="949391" y="2824456"/>
            <a:ext cx="7896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My main task is to detect spam in </a:t>
            </a:r>
            <a:r>
              <a:rPr lang="en-US" sz="2400" dirty="0"/>
              <a:t>Y</a:t>
            </a:r>
            <a:r>
              <a:rPr lang="ru-RU" sz="2400" dirty="0"/>
              <a:t>andex business products</a:t>
            </a:r>
          </a:p>
        </p:txBody>
      </p:sp>
    </p:spTree>
    <p:extLst>
      <p:ext uri="{BB962C8B-B14F-4D97-AF65-F5344CB8AC3E}">
        <p14:creationId xmlns:p14="http://schemas.microsoft.com/office/powerpoint/2010/main" val="302890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94015-8C68-370D-BD31-88BAC3E7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364" y="2361876"/>
            <a:ext cx="6915539" cy="1325563"/>
          </a:xfrm>
        </p:spPr>
        <p:txBody>
          <a:bodyPr/>
          <a:lstStyle/>
          <a:p>
            <a:r>
              <a:rPr lang="en-US" dirty="0"/>
              <a:t>Thank you for your attention!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5276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92</Words>
  <Application>Microsoft Office PowerPoint</Application>
  <PresentationFormat>Широкоэкранный</PresentationFormat>
  <Paragraphs>21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Тема Office</vt:lpstr>
      <vt:lpstr>Elevator Pitch</vt:lpstr>
      <vt:lpstr>My education and skills</vt:lpstr>
      <vt:lpstr>My work experience</vt:lpstr>
      <vt:lpstr>My job is now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Платон</dc:creator>
  <cp:lastModifiedBy>Платон</cp:lastModifiedBy>
  <cp:revision>1</cp:revision>
  <dcterms:created xsi:type="dcterms:W3CDTF">2024-09-13T08:32:02Z</dcterms:created>
  <dcterms:modified xsi:type="dcterms:W3CDTF">2024-09-13T09:07:35Z</dcterms:modified>
</cp:coreProperties>
</file>