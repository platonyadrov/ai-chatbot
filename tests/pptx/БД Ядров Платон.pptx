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08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01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53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05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125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0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916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042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44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685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234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016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3935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1295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2740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020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6137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7866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E9AEEA-7343-4C60-B742-6A5E549E9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59BA50-F311-48A0-B5E9-3EF8FD1D3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2F2423-3AAA-41FA-8F11-D77F757B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0B00AF-3E2F-44B1-9382-43AA180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5A7137-E845-47DF-B855-35D8E447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1847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C76F9-6C3B-4F9A-A8F7-4E22CF7F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4E14EE-930E-46DD-A1FD-E2FB66FD0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D78094-2E37-411D-84CC-ED90A7D5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4D5422-85A2-4CFC-B80A-C0A066CA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885E4A-BA4B-4B0D-A905-D5E44CDD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55459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E795D-725B-4608-BA83-A9952AE3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484D19-EADF-4743-BF3B-D273EC383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58404D-CEC9-4D67-9FF6-94D4858A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8E7342-ADEF-4004-9EDC-ECBBDA6C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0E7AD9-B413-4946-A693-09AE491D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6162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189DB-B469-4E3B-B956-62076BE71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E744B8-2693-4384-ACE3-8E28280A3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ADF318-BACF-4BD7-86DA-E23B71C49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AB8308-400D-4074-9983-822A42DD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E9A840-8385-4BE6-8232-E5B775A6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826844-6923-4384-B9BF-69AA0203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4746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4EF8C-2B69-4967-A6AD-5811C61E9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A43E7-3562-4FFB-8F66-CAD303000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B1028C-4D11-4325-A3F3-7B47874C4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B5E2E3-5AF7-4418-A327-3959904A5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6F9ED4-C2BD-423A-8275-3B0CDF139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9984ADF-4166-4C65-B512-71930FF3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AAE59C-F683-44C2-ACDE-1FB0CE29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D5FAB5-828D-42E3-BC24-FDACD8E0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3018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7BB12-3F45-4D96-8B9B-41A07821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D737EB-13D8-47D9-AD39-2880905F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19A7756-2529-4E5D-B311-BA13286E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C71F54-EE36-4E64-A3CD-379F8FA1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8340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631A98D-0700-43BE-825A-C38786C7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F3E7FC8-3F5A-493E-A247-27D50AF7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6A7AEA-F1E5-4BC9-9078-9499B3D7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9476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52403-D4B0-414E-9A10-EA1755035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424994-5D56-41B2-AA58-69CF3DBB4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44F145-9BA8-4560-B2CA-D0A9A3511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2E2CDA-D3D4-4DE3-A9A1-AFAF09CE5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68427F-E739-4C94-8371-86A71048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B9AE3-F75C-434B-AEBB-7F4F1415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1407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1A5DA1-DAB1-4B55-A0C3-D0272238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D40E3E-B72A-4F70-BB6F-73231E7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3EA604-F7A9-43B0-9012-1284F9D8F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41D396-0328-404F-BC45-B82F3B03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37AB9D-CCCE-41DC-899E-A8239334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AB325F-36B4-4D3D-8D1B-78CE7BE9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187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9E3BC-2D0C-4D3B-A52B-3C99F681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E6B5A2-36B7-4B03-9B1A-A8AD84BCF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CC3FC-2DED-4E40-B9F1-0385867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041FF4-6E5E-44AF-9661-2C73C0EB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078E47-FCF4-4AD2-8D12-9366D572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2191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1D47864-E0D0-42DF-94C3-9BB1733C81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108F23-D0CF-4B9F-B9CA-8D90117F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FFC665-733B-48FD-8F46-15BEC7C3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42FF6-0749-4C35-8991-CEA3EB21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52146E-6D12-497A-92E9-20E3760A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201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529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3361D-61F2-4C40-B9B8-ED695F326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BAD56A-FA61-4FAE-B005-6181F5B27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07C9A2-5146-482C-966F-05A8B65C7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C8293-3B4D-4831-A7C8-F37FCA5E9E7E}" type="datetimeFigureOut">
              <a:rPr lang="ru-RU" smtClean="0"/>
              <a:t>10.05.2024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3195FE-C2DB-488A-AB7A-EAA0A24DF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425E9-9027-484B-B582-924235515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9D065-9218-44D7-BB9C-CC5C75828B5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365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BB84A-D292-6780-B6D1-EC8978382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08" y="933061"/>
            <a:ext cx="8001000" cy="1110343"/>
          </a:xfrm>
        </p:spPr>
        <p:txBody>
          <a:bodyPr/>
          <a:lstStyle/>
          <a:p>
            <a:r>
              <a:rPr lang="ru-RU" dirty="0"/>
              <a:t>Проект базы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E95144-E737-1666-7686-737F0F1B9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4097" y="5924939"/>
            <a:ext cx="3831804" cy="765455"/>
          </a:xfrm>
        </p:spPr>
        <p:txBody>
          <a:bodyPr/>
          <a:lstStyle/>
          <a:p>
            <a:r>
              <a:rPr lang="ru-RU" dirty="0"/>
              <a:t>Ядров Платон</a:t>
            </a:r>
            <a:r>
              <a:rPr lang="en-US" dirty="0"/>
              <a:t>,</a:t>
            </a:r>
            <a:r>
              <a:rPr lang="ru-RU" dirty="0"/>
              <a:t> Б05-203</a:t>
            </a:r>
          </a:p>
        </p:txBody>
      </p:sp>
    </p:spTree>
    <p:extLst>
      <p:ext uri="{BB962C8B-B14F-4D97-AF65-F5344CB8AC3E}">
        <p14:creationId xmlns:p14="http://schemas.microsoft.com/office/powerpoint/2010/main" val="110263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C1C15D-08BD-21ED-98CF-2BE98587F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097" y="3079102"/>
            <a:ext cx="8534400" cy="33776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Сущности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Сотрудники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Точки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Категории меню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Меню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Покупатели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tx1"/>
                </a:solidFill>
              </a:rPr>
              <a:t>Заказы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6D5A4-4404-BDD5-0D66-1AD1C485A516}"/>
              </a:ext>
            </a:extLst>
          </p:cNvPr>
          <p:cNvSpPr txBox="1"/>
          <p:nvPr/>
        </p:nvSpPr>
        <p:spPr>
          <a:xfrm>
            <a:off x="1076097" y="746448"/>
            <a:ext cx="79216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О проекте</a:t>
            </a:r>
            <a:r>
              <a:rPr lang="en-US" sz="2400" dirty="0"/>
              <a:t>:</a:t>
            </a:r>
          </a:p>
          <a:p>
            <a:r>
              <a:rPr lang="ru-RU" sz="2400" dirty="0"/>
              <a:t>База данных шаурмичной</a:t>
            </a:r>
            <a:r>
              <a:rPr lang="en-US" sz="2400" dirty="0"/>
              <a:t>,</a:t>
            </a:r>
            <a:r>
              <a:rPr lang="ru-RU" sz="2400" dirty="0"/>
              <a:t> созданная с целью отслеживания доходов и выявления наиболее популярных товаров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3F4651EB-3A5E-960A-8786-F5E6C2010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813" y="2197360"/>
            <a:ext cx="6214187" cy="46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7177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171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ADC6A-CE2A-9E1B-AF66-8B1C67273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r>
              <a:rPr lang="ru-RU" dirty="0"/>
              <a:t>Примеры интересных запросов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BDD71-C4A4-0C98-2124-0113C841EA4C}"/>
              </a:ext>
            </a:extLst>
          </p:cNvPr>
          <p:cNvSpPr txBox="1"/>
          <p:nvPr/>
        </p:nvSpPr>
        <p:spPr>
          <a:xfrm>
            <a:off x="1724607" y="1763485"/>
            <a:ext cx="8742785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Цель запроса</a:t>
            </a:r>
            <a:r>
              <a:rPr lang="en-US" dirty="0"/>
              <a:t>: </a:t>
            </a:r>
          </a:p>
          <a:p>
            <a:pPr>
              <a:lnSpc>
                <a:spcPct val="150000"/>
              </a:lnSpc>
            </a:pPr>
            <a:r>
              <a:rPr lang="ru-RU" dirty="0"/>
              <a:t>Вывести список всех мест и общую стоимость заказов, сделанных на каждой точке, отсортированный по возрастанию стоимости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21ED7D-8D7D-FA76-BDBC-47B3BC6D4422}"/>
              </a:ext>
            </a:extLst>
          </p:cNvPr>
          <p:cNvSpPr txBox="1"/>
          <p:nvPr/>
        </p:nvSpPr>
        <p:spPr>
          <a:xfrm>
            <a:off x="1724607" y="3429000"/>
            <a:ext cx="6172200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Запрос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/>
              <a:t>SELECT Place,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     SUM(Menu.Price) AS Total_cost_orders</a:t>
            </a:r>
          </a:p>
          <a:p>
            <a:pPr>
              <a:lnSpc>
                <a:spcPct val="150000"/>
              </a:lnSpc>
            </a:pPr>
            <a:r>
              <a:rPr lang="en-US" dirty="0"/>
              <a:t>FROM Orders </a:t>
            </a:r>
          </a:p>
          <a:p>
            <a:pPr>
              <a:lnSpc>
                <a:spcPct val="150000"/>
              </a:lnSpc>
            </a:pPr>
            <a:r>
              <a:rPr lang="en-US" dirty="0"/>
              <a:t>JOIN Menu ON Orders.Dish = Menu.Dish_ID</a:t>
            </a:r>
          </a:p>
          <a:p>
            <a:pPr>
              <a:lnSpc>
                <a:spcPct val="150000"/>
              </a:lnSpc>
            </a:pPr>
            <a:r>
              <a:rPr lang="en-US" dirty="0"/>
              <a:t>GROUP BY Place</a:t>
            </a:r>
          </a:p>
          <a:p>
            <a:pPr>
              <a:lnSpc>
                <a:spcPct val="150000"/>
              </a:lnSpc>
            </a:pPr>
            <a:r>
              <a:rPr lang="en-US" dirty="0"/>
              <a:t>ORDER BY Total_cost_orders;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965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ECA71-771E-43B0-ADEE-DC18EE2C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r>
              <a:rPr lang="ru-RU" dirty="0"/>
              <a:t>Примеры интересных запросов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87724-62B4-EAEE-E1CA-87DCD540C721}"/>
              </a:ext>
            </a:extLst>
          </p:cNvPr>
          <p:cNvSpPr txBox="1"/>
          <p:nvPr/>
        </p:nvSpPr>
        <p:spPr>
          <a:xfrm>
            <a:off x="1828801" y="1507067"/>
            <a:ext cx="8534399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Цель запроса</a:t>
            </a:r>
            <a:r>
              <a:rPr lang="en-US" dirty="0"/>
              <a:t>: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Подсчитать общее количество заказов для каждого покупателя, а также вывести суммарную стоимость всех его заказов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E3A74F-F155-612B-E0D7-CEF8FD368DB2}"/>
              </a:ext>
            </a:extLst>
          </p:cNvPr>
          <p:cNvSpPr txBox="1"/>
          <p:nvPr/>
        </p:nvSpPr>
        <p:spPr>
          <a:xfrm>
            <a:off x="1828800" y="3202061"/>
            <a:ext cx="9685176" cy="2532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Запрос</a:t>
            </a:r>
            <a:r>
              <a:rPr lang="en-US" dirty="0"/>
              <a:t>: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en-US" dirty="0"/>
              <a:t>SELECT Buyer,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             </a:t>
            </a:r>
            <a:r>
              <a:rPr lang="en-US" dirty="0"/>
              <a:t>COUNT(*) OVER(PARTITION BY Buyer) AS Quantity_orders,       </a:t>
            </a:r>
            <a:r>
              <a:rPr lang="ru-RU" dirty="0"/>
              <a:t>               			      </a:t>
            </a:r>
            <a:r>
              <a:rPr lang="en-US" dirty="0"/>
              <a:t>SUM(Menu.Price) OVER(PARTITION BY Buyer) AS Total_cost_orders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en-US" dirty="0"/>
              <a:t>FROM Orders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en-US" dirty="0"/>
              <a:t>JOIN Menu ON Orders.Dish = Menu.Dish_ID;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4073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EC088-8A89-13D3-23F6-65ABE111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277" y="83283"/>
            <a:ext cx="5063445" cy="1507067"/>
          </a:xfrm>
        </p:spPr>
        <p:txBody>
          <a:bodyPr/>
          <a:lstStyle/>
          <a:p>
            <a:r>
              <a:rPr lang="ru-RU" dirty="0"/>
              <a:t>Варианты развития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D3722-3625-9B1E-2C18-ACDD1525EA4C}"/>
              </a:ext>
            </a:extLst>
          </p:cNvPr>
          <p:cNvSpPr txBox="1"/>
          <p:nvPr/>
        </p:nvSpPr>
        <p:spPr>
          <a:xfrm>
            <a:off x="3730684" y="1727316"/>
            <a:ext cx="4730629" cy="17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Добавление поставщиков и закупок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Дополнительные расходы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Постоянные клиенты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И много чего еще</a:t>
            </a:r>
          </a:p>
        </p:txBody>
      </p:sp>
    </p:spTree>
    <p:extLst>
      <p:ext uri="{BB962C8B-B14F-4D97-AF65-F5344CB8AC3E}">
        <p14:creationId xmlns:p14="http://schemas.microsoft.com/office/powerpoint/2010/main" val="411286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A3E3CF-D914-2ED4-C611-30BBC20A4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439" y="806476"/>
            <a:ext cx="4479122" cy="5972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DABB25-5ECD-A6DA-8649-CB1FDC0253E4}"/>
              </a:ext>
            </a:extLst>
          </p:cNvPr>
          <p:cNvSpPr txBox="1"/>
          <p:nvPr/>
        </p:nvSpPr>
        <p:spPr>
          <a:xfrm>
            <a:off x="3564698" y="0"/>
            <a:ext cx="5062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535163320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4B79C2ED-E628-4CA3-B43D-B608814A4688}" vid="{02899AA1-5D18-4F68-B0E5-588F3CB136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57</TotalTime>
  <Words>196</Words>
  <Application>Microsoft Office PowerPoint</Application>
  <PresentationFormat>Широкоэкранный</PresentationFormat>
  <Paragraphs>35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Wingdings 3</vt:lpstr>
      <vt:lpstr>Сектор</vt:lpstr>
      <vt:lpstr>Тема1</vt:lpstr>
      <vt:lpstr>Проект базы данных</vt:lpstr>
      <vt:lpstr>Презентация PowerPoint</vt:lpstr>
      <vt:lpstr>Презентация PowerPoint</vt:lpstr>
      <vt:lpstr>Примеры интересных запросов</vt:lpstr>
      <vt:lpstr>Примеры интересных запросов</vt:lpstr>
      <vt:lpstr>Варианты развития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базы данных</dc:title>
  <dc:creator>Платон</dc:creator>
  <cp:lastModifiedBy>Платон</cp:lastModifiedBy>
  <cp:revision>1</cp:revision>
  <dcterms:created xsi:type="dcterms:W3CDTF">2024-05-10T12:33:10Z</dcterms:created>
  <dcterms:modified xsi:type="dcterms:W3CDTF">2024-05-10T13:46:55Z</dcterms:modified>
</cp:coreProperties>
</file>